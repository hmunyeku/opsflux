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PLATEFORME · ARCHITECTURE GÉNÉRALE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OpsFlux —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SPA React / API FastAPI, modulaire et multi-filiale, avec un cadre de navigation unifié pour 15+ modules métier.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Architecture modulaire : chaque métier est un module activable / désactivable par filiale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Contrôle d'accès fin (RBAC) : permissions par module, garde sur chaque écran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Multi-tenant : cloisonnement des données par entité / filiale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Authentification : login, MFA, vérification e-mail, SSO / Active Directory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Interface unifiée : barre latérale, panneau de détail, recherche, notifications temps réel (WebSocket)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Aide intégrée + assistant avec capture de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Utilisateurs · Entités · Modules · Rôles · Permissions · Paramètres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TABLEAU DE BORD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Tableaux de bord personnalisables à base de widgets, avec mode TV et requêtes analytiques.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Widgets configurables : ajout, retrait et réorganisation par utilisateur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Éditeur et moteur de requêtes SQL (onglets, résultats, export)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Mode TV : affichage plein écran via lien public sécurisé par token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Mises à jour temps réel (SSE)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Niveaux de droits : consultation / personnalisation / administration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Tableaux de bord · Widgets · Requêtes · Liens 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GESTION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Projets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Cycle de vie projet complet : tâches, jalons, livrables, révisions de planning et Gantt avec chemin critique.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Hiérarchie de tâches (WBS) avec dépendances prédécesseur / successeur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Gantt avec calcul du chemin critique (CPM) et marges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Révisions de planning : snapshot, comparaison, application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Jalons avec consolidation de statut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Livrables avec circuit d'acceptation / rejet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Intégration Planner : bascule des tâches vers l'ordonnanceur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Projet · Tâche · Jalon · Livrable · Révision de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ORDONNANCEMENT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Ordonnanceur multi-sites des activités, avec détection de conflits et visualisation de la capacité.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Types d'activités : projet, workover, forage, maintenance, inspection, opérations permanentes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Détection de conflits : chevauchements sur un même actif / puits, arbitrage par priorité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Heatmap de capacité : seuils faible / moyen / élevé / critique configurables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Workflow de validation : brouillon → soumis → validé → en cours → terminé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Dépendances et contraintes d'ordonnancement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Procédure d'urgence (override maintenance)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Activité · Conflit · Scénario · Dépendance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LOGISTIQUE FRET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Packlog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Gestion du colisage, du suivi et de la réception des frets pour le transport.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Gestion des frets : création, suivi, réception / émargement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Détail par colis : poids, volume, classification matières dangereuses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Circuit de réception horodaté avec traçabilité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Rapport d'avarie pour le suivi des incidents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Intégration aux manifestes TravelWiz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Fret · Réception · Rapport d'avarie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MANAGEMENT OF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MOCTrack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Digitalisation de la gestion du changement : workflow à 11 statuts, matrice de validation multi-rôles et signatures.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Workflow à 11 statuts, de la création à la clôture documentaire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Matrice de validation parallèle (HSE, Maintenance, Process, Production, Métier) avec visas signés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Type (permanent / temporaire), nature (optimisation / sécurité), priorité et imputation des coûts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Clôture documentaire PID / ESD distincte de l'exécution (visa chef de site)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Promotion d'un MOC en Projet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Notifications temps réel à chaque transition d'état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MOC · Matrice de validation · Étude · Exécution · 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TRANSPORT &amp; LOGISTIQUE PASSAGERS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TravelWiz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Coordination de bout en bout du transport : vecteurs, voyages, manifestes passagers, plans de pont et portail capitaine.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Vecteurs de transport (hélicoptère, navire, bus, barge, vol commercial, véhicule) avec capacités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Planification des voyages : départ / arrivée, équipage, manifeste passagers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Plan de pont : éditeur Draw.io avec export SVG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Embarquement / check-in : manifeste, procédures d'urgence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Portail capitaine : statut voyage, journal d'embarquement, alertes météo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Navettes / pickup : pré-positionnement, alertes SMS, confirmation géolocalisée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Vecteur · Voyage · Manifeste · Plan de pont · Embarquement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MODULE ·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C636E"/>
                </a:solidFill>
                <a:latin typeface="Calibri"/>
              </a:rPr>
              <a:t>Moteur de paramétrage hiérarchique (groupe / filiale / utilisateur) avec droits fins et masquage des valeurs sensibles.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0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0000"/>
            <a:ext cx="108204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Trois niveaux de portée : groupe (global), filiale (entité), utilisateur (self-service)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Paramètres réservés aux administrateurs : intégrations, IA, connecteurs, sécurité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Masquage automatique des valeurs sensibles (tokens, secrets, mots de passe)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Validateurs par module : seuils, couleurs, séquences de conformité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Traçabilité des modifications administrateur (audit)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A5C9C"/>
                </a:solidFill>
                <a:latin typeface="Calibri"/>
              </a:rPr>
              <a:t>▪  </a:t>
            </a:r>
            <a:r>
              <a:rPr sz="1500">
                <a:solidFill>
                  <a:srgbClr val="1A1D23"/>
                </a:solidFill>
                <a:latin typeface="Calibri"/>
              </a:rPr>
              <a:t>Accès protégé par permission dédiée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00000"/>
            <a:ext cx="96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23"/>
                </a:solidFill>
                <a:latin typeface="Calibri"/>
              </a:rPr>
              <a:t>Objets gérés : </a:t>
            </a:r>
            <a:r>
              <a:rPr sz="1300" b="0">
                <a:solidFill>
                  <a:srgbClr val="5C636E"/>
                </a:solidFill>
                <a:latin typeface="Calibri"/>
              </a:rPr>
              <a:t>Paramètre · Portée · Règles de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